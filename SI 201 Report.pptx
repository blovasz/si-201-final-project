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0A8BB0E-EAA2-4B53-A627-43BE4D43F50B}">
  <a:tblStyle styleId="{10A8BB0E-EAA2-4B53-A627-43BE4D43F50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a3c422c6df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a3c422c6df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3c422c6df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a3c422c6df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Stanford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a3c422c6df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a3c422c6df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Blake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a3c422c6df_1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a3c422c6df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Blake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a3c422c6df_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a3c422c6df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Blake &amp; Stan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a3c422c6df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a3c422c6df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3c422c6df_1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a3c422c6df_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Blake &amp; Stan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a3c422c6df_1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a3c422c6df_1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a3c422c6df_1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a3c422c6df_1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acbec8e756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acbec8e75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a3c422c6df_1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a3c422c6df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Stanford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3c422c6df_1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a3c422c6df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Blake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3c422c6df_1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a3c422c6df_1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Stanford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Marvel Rivals API Discord (Blake)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Relationship Id="rId4" Type="http://schemas.openxmlformats.org/officeDocument/2006/relationships/hyperlink" Target="https://github.com/blovasz/si-201-final-project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superheroapi.com/try-now.html" TargetMode="External"/><Relationship Id="rId4" Type="http://schemas.openxmlformats.org/officeDocument/2006/relationships/hyperlink" Target="https://comicvine.gamespot.com/api/documentation" TargetMode="External"/><Relationship Id="rId5" Type="http://schemas.openxmlformats.org/officeDocument/2006/relationships/hyperlink" Target="https://marvelrivalsapi.com/" TargetMode="External"/><Relationship Id="rId6" Type="http://schemas.openxmlformats.org/officeDocument/2006/relationships/hyperlink" Target="https://github.com/DiljotSG/MCU-Countdown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superheroapi.com/try-now.html" TargetMode="External"/><Relationship Id="rId4" Type="http://schemas.openxmlformats.org/officeDocument/2006/relationships/hyperlink" Target="https://comicvine.gamespot.com/api/documentation" TargetMode="External"/><Relationship Id="rId5" Type="http://schemas.openxmlformats.org/officeDocument/2006/relationships/hyperlink" Target="https://marvelrivalsapi.com/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5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marvelrivalsapi.com/" TargetMode="External"/><Relationship Id="rId4" Type="http://schemas.openxmlformats.org/officeDocument/2006/relationships/hyperlink" Target="http://superhero.db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discord.com/invite/marvelrivalsapi" TargetMode="External"/><Relationship Id="rId4" Type="http://schemas.openxmlformats.org/officeDocument/2006/relationships/hyperlink" Target="https://prismic.io/blog/api-response-times" TargetMode="External"/><Relationship Id="rId5" Type="http://schemas.openxmlformats.org/officeDocument/2006/relationships/hyperlink" Target="https://matplotlib.org/stable/api/matplotlib_configuration_api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Report on Marvel APIs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Stan Leevasz</a:t>
            </a:r>
            <a:endParaRPr/>
          </a:p>
        </p:txBody>
      </p:sp>
      <p:pic>
        <p:nvPicPr>
          <p:cNvPr id="56" name="Google Shape;56;p13" title="download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3738" y="3342850"/>
            <a:ext cx="2676525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147675" y="180475"/>
            <a:ext cx="4725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Repo Link: </a:t>
            </a:r>
            <a:r>
              <a:rPr lang="en" sz="1800" u="sng">
                <a:solidFill>
                  <a:schemeClr val="hlink"/>
                </a:solidFill>
                <a:hlinkClick r:id="rId4"/>
              </a:rPr>
              <a:t>CLICK HERE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4050" y="152400"/>
            <a:ext cx="8575907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Planned: Project Goal, APIs Used, &amp; Data Gathered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The project’s goal is to investigate the representation of different identities in superhero media.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APIs Used: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Superhero API: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https://superheroapi.com/try-now.html</a:t>
            </a:r>
            <a:r>
              <a:rPr lang="en"/>
              <a:t>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Comic Vine API: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https://comicvine.gamespot.com/api/documentation</a:t>
            </a:r>
            <a:r>
              <a:rPr lang="en"/>
              <a:t>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Marvel Rivals API: </a:t>
            </a:r>
            <a:r>
              <a:rPr lang="en" u="sng">
                <a:solidFill>
                  <a:schemeClr val="hlink"/>
                </a:solidFill>
                <a:hlinkClick r:id="rId5"/>
              </a:rPr>
              <a:t>https://marvelrivalsapi.com/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MCU Countdown: </a:t>
            </a:r>
            <a:r>
              <a:rPr lang="en" u="sng">
                <a:solidFill>
                  <a:schemeClr val="hlink"/>
                </a:solidFill>
                <a:hlinkClick r:id="rId6"/>
              </a:rPr>
              <a:t>https://github.com/DiljotSG/MCU-Countdown</a:t>
            </a:r>
            <a:r>
              <a:rPr lang="en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Gathered Data: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Height &amp; weight of superheroes, gender of superheroes, birthplace of superheroes, movies &amp; comics appearances of superheroes.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Seeing representation in: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BMI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Gender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Birthplace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Comics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Movies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Games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Achieved</a:t>
            </a:r>
            <a:r>
              <a:rPr lang="en"/>
              <a:t>: Project Goal, APIs Used, &amp; Data Gathered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The project’s goal is to investigate the representation of different identities in superhero media.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APIs Used: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Superhero API: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https://superheroapi.com/try-now.html</a:t>
            </a:r>
            <a:r>
              <a:rPr lang="en"/>
              <a:t>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Comic Vine API: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https://comicvine.gamespot.com/api/documentation</a:t>
            </a:r>
            <a:r>
              <a:rPr lang="en"/>
              <a:t>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Marvel Rivals API: </a:t>
            </a:r>
            <a:r>
              <a:rPr lang="en" u="sng">
                <a:solidFill>
                  <a:schemeClr val="hlink"/>
                </a:solidFill>
                <a:hlinkClick r:id="rId5"/>
              </a:rPr>
              <a:t>https://marvelrivalsapi.com/</a:t>
            </a:r>
            <a:r>
              <a:rPr lang="en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Gathered Data: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Height &amp; weight of superheroes, gender of superheroes, birthplace of superheroes, &amp; comics appearances of superheroes.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Seeing representation in: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BMI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Gender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Birthplace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Comics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Games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Problems Faced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Had to transition from using MCU Countdown to Marvel Rivals API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 MCU Countdown only gave us data for the upcoming movie, not previous Marvel films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No movie data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Comic Vine’s documents weren’t up to date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we couldn’t find how many movies certain heroes were featured in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Moved to number of comics heroes were in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429 Errors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Largely </a:t>
            </a:r>
            <a:r>
              <a:rPr lang="en"/>
              <a:t>occurred</a:t>
            </a:r>
            <a:r>
              <a:rPr lang="en"/>
              <a:t> when problem solving data issues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Excluding non-Marvel heroes from lists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847375" y="307525"/>
            <a:ext cx="498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Calculations from Data in Database - Blake</a:t>
            </a:r>
            <a:endParaRPr/>
          </a:p>
        </p:txBody>
      </p:sp>
      <p:pic>
        <p:nvPicPr>
          <p:cNvPr id="86" name="Google Shape;86;p18" title="Screenshot 2025-12-07 at 2.04.02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86750" y="1189500"/>
            <a:ext cx="3706051" cy="3871977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8" title="Screenshot 2025-12-07 at 2.03.54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9000" y="3740725"/>
            <a:ext cx="3076075" cy="140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8" title="Screenshot 2025-12-07 at 2.03.40 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09000" y="0"/>
            <a:ext cx="3076074" cy="37407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Calculations from Data in Database - Stan</a:t>
            </a:r>
            <a:endParaRPr/>
          </a:p>
        </p:txBody>
      </p:sp>
      <p:pic>
        <p:nvPicPr>
          <p:cNvPr id="94" name="Google Shape;9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30938"/>
            <a:ext cx="4968276" cy="3881622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60850" y="630938"/>
            <a:ext cx="4083149" cy="31272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Visualizations Created</a:t>
            </a:r>
            <a:endParaRPr/>
          </a:p>
        </p:txBody>
      </p:sp>
      <p:pic>
        <p:nvPicPr>
          <p:cNvPr id="101" name="Google Shape;101;p20" title="the_piechar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8150" y="1017725"/>
            <a:ext cx="7067699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21" title="the_barchar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62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2" title="Heroes_Being_Played_by_Gender_in_Marvel_Rival_Match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441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8" name="Google Shape;118;p23" title="Heroes_by_Gender_in_Marvel_Comic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85750"/>
            <a:ext cx="91440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Instructions for Running the Code</a:t>
            </a:r>
            <a:endParaRPr/>
          </a:p>
        </p:txBody>
      </p:sp>
      <p:sp>
        <p:nvSpPr>
          <p:cNvPr id="124" name="Google Shape;124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Create an API key from https://superheroapi.com/, https://comicvine.gamespot.com/api/, and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https://marvelrivalsapi.com/</a:t>
            </a:r>
            <a:r>
              <a:rPr lang="en"/>
              <a:t>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Insert each API key into the “replace text with key” on each corresponding line in the api_keys.txt file.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Run the superhero.py file first to create and populate the main database: </a:t>
            </a:r>
            <a:r>
              <a:rPr lang="en" u="sng">
                <a:solidFill>
                  <a:schemeClr val="hlink"/>
                </a:solidFill>
                <a:hlinkClick r:id="rId4"/>
              </a:rPr>
              <a:t>superhero.db</a:t>
            </a:r>
            <a:r>
              <a:rPr lang="en"/>
              <a:t>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Run the marvel_rivals.py file second to create and populate its tables to the superhero.db database.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Rune the superhero.py file third to create and populate its tables to the superhero.db database.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Run the calculations.py file to perform calculations using data from the superhero.db database to create the data calculations files: gender_by_comics.csv, most_played_characters.csv, num_superhero_by_origin.txt, and average_bmi_by_gender.txt.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Run the bl-visuals.py and sj-visuals.py files to create the visualizations from calculated data.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title"/>
          </p:nvPr>
        </p:nvSpPr>
        <p:spPr>
          <a:xfrm>
            <a:off x="311700" y="1005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 Diagram</a:t>
            </a:r>
            <a:endParaRPr/>
          </a:p>
        </p:txBody>
      </p:sp>
      <p:pic>
        <p:nvPicPr>
          <p:cNvPr id="130" name="Google Shape;130;p25" title="SI 201 Final Function Diagram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0375" y="592100"/>
            <a:ext cx="6983251" cy="436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Resources Used</a:t>
            </a:r>
            <a:endParaRPr/>
          </a:p>
        </p:txBody>
      </p:sp>
      <p:graphicFrame>
        <p:nvGraphicFramePr>
          <p:cNvPr id="136" name="Google Shape;136;p26"/>
          <p:cNvGraphicFramePr/>
          <p:nvPr/>
        </p:nvGraphicFramePr>
        <p:xfrm>
          <a:off x="952500" y="111587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{10A8BB0E-EAA2-4B53-A627-43BE4D43F50B}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Date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Issue Description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Location of Resource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Result (did it solve the issue?)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11/18/2025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Difficulty in getting access to Marvel Rivals API key.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u="sng">
                          <a:solidFill>
                            <a:schemeClr val="hlink"/>
                          </a:solidFill>
                          <a:hlinkClick r:id="rId3"/>
                        </a:rPr>
                        <a:t>https://discord.com/invite/marvelrivalsapi</a:t>
                      </a:r>
                      <a:r>
                        <a:rPr lang="en"/>
                        <a:t>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Yes, the issue was solved.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11/24/2025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Long runtime in creating a database for Superhero API.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u="sng">
                          <a:solidFill>
                            <a:schemeClr val="hlink"/>
                          </a:solidFill>
                          <a:hlinkClick r:id="rId4"/>
                        </a:rPr>
                        <a:t>https://prismic.io/blog/api-response-times</a:t>
                      </a:r>
                      <a:r>
                        <a:rPr lang="en"/>
                        <a:t>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Yes, the issue was solved.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12/1/2025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References for colors and text for matplotlib for customization of the charts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u="sng">
                          <a:solidFill>
                            <a:schemeClr val="hlink"/>
                          </a:solidFill>
                          <a:hlinkClick r:id="rId5"/>
                        </a:rPr>
                        <a:t>https://matplotlib.org/stable/api/matplotlib_configuration_api.html</a:t>
                      </a:r>
                      <a:r>
                        <a:rPr lang="en"/>
                        <a:t>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Yes, the issue was solved.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